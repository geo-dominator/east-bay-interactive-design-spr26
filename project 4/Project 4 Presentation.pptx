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1b0e1918c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1b0e1918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b0e1918c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1b0e1918c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b0e1918c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1b0e1918c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b0e1918c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b0e1918c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1b0e1918c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1b0e1918c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1b0e1918c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1b0e1918c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gif"/><Relationship Id="rId4" Type="http://schemas.openxmlformats.org/officeDocument/2006/relationships/image" Target="../media/image3.gif"/><Relationship Id="rId11" Type="http://schemas.openxmlformats.org/officeDocument/2006/relationships/image" Target="../media/image10.gif"/><Relationship Id="rId10" Type="http://schemas.openxmlformats.org/officeDocument/2006/relationships/image" Target="../media/image4.gif"/><Relationship Id="rId9" Type="http://schemas.openxmlformats.org/officeDocument/2006/relationships/image" Target="../media/image2.gif"/><Relationship Id="rId5" Type="http://schemas.openxmlformats.org/officeDocument/2006/relationships/image" Target="../media/image1.gif"/><Relationship Id="rId6" Type="http://schemas.openxmlformats.org/officeDocument/2006/relationships/image" Target="../media/image9.gif"/><Relationship Id="rId7" Type="http://schemas.openxmlformats.org/officeDocument/2006/relationships/image" Target="../media/image7.gif"/><Relationship Id="rId8" Type="http://schemas.openxmlformats.org/officeDocument/2006/relationships/image" Target="../media/image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Inugotchi Documentation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Logan, Brian, &amp; Sarah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 Development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Game Brainstorm w/potential materials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Ideation of Game functionality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Application of </a:t>
            </a:r>
            <a:r>
              <a:rPr lang="en"/>
              <a:t>functions</a:t>
            </a:r>
            <a:r>
              <a:rPr lang="en"/>
              <a:t> with physical items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Programmer - Logan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Lead Interaction Designer - Sarah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Lead Artist - Brian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35601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</a:t>
            </a:r>
            <a:r>
              <a:rPr lang="en"/>
              <a:t> Creation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366725"/>
            <a:ext cx="23727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lang="en" sz="1400"/>
              <a:t>References/Sketches</a:t>
            </a:r>
            <a:endParaRPr sz="1400"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1911" r="16444" t="34696"/>
          <a:stretch/>
        </p:blipFill>
        <p:spPr>
          <a:xfrm>
            <a:off x="542664" y="3580350"/>
            <a:ext cx="2856275" cy="10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948000" y="1366725"/>
            <a:ext cx="23727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lang="en" sz="1400"/>
              <a:t>Process</a:t>
            </a:r>
            <a:endParaRPr sz="1400"/>
          </a:p>
        </p:txBody>
      </p:sp>
      <p:sp>
        <p:nvSpPr>
          <p:cNvPr id="85" name="Google Shape;85;p16"/>
          <p:cNvSpPr txBox="1"/>
          <p:nvPr/>
        </p:nvSpPr>
        <p:spPr>
          <a:xfrm>
            <a:off x="473266" y="4570624"/>
            <a:ext cx="2968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https://x.com/jenjenrose_art/status/737608097301069824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6" title="20260513_17103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94" y="1740931"/>
            <a:ext cx="1754850" cy="176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GIFs</a:t>
            </a:r>
            <a:endParaRPr/>
          </a:p>
        </p:txBody>
      </p:sp>
      <p:pic>
        <p:nvPicPr>
          <p:cNvPr id="92" name="Google Shape;92;p17" title="FeedingAnim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7773" y="1576026"/>
            <a:ext cx="1333702" cy="13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IdleAnimati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110" y="1565074"/>
            <a:ext cx="2689300" cy="26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SleepingAnimation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3977" y="1576018"/>
            <a:ext cx="1333702" cy="13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PettingAnimation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4886" y="1576018"/>
            <a:ext cx="1333702" cy="13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CombingAnimation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4440" y="1582687"/>
            <a:ext cx="1333702" cy="1320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RunningAnimation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1835" y="2909719"/>
            <a:ext cx="1333702" cy="13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RunningPug.gi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65541" y="2909719"/>
            <a:ext cx="1333702" cy="13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RunningPom.gi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99245" y="2909719"/>
            <a:ext cx="1333702" cy="13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RunningShiba.gi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37779" y="2909719"/>
            <a:ext cx="1333702" cy="133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Assets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Backgrounds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